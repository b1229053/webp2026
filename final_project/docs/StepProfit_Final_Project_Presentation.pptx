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5bf4763dee4c2c" /><Relationship Type="http://schemas.openxmlformats.org/officeDocument/2006/relationships/extended-properties" Target="/docProps/app.xml" Id="R1d28d131fb724c4c" /><Relationship Type="http://schemas.openxmlformats.org/officeDocument/2006/relationships/officeDocument" Target="/ppt/presentation.xml" Id="R1d64ebaeffc84f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f73a799c574042"/>
  </p:sldMasterIdLst>
  <p:notesMasterIdLst>
    <p:notesMasterId xmlns:r="http://schemas.openxmlformats.org/officeDocument/2006/relationships" r:id="R04afc22efa8b4fc4"/>
  </p:notesMasterIdLst>
  <p:sldIdLst>
    <p:sldId xmlns:r="http://schemas.openxmlformats.org/officeDocument/2006/relationships" id="256" r:id="R344907f12c504df0"/>
    <p:sldId xmlns:r="http://schemas.openxmlformats.org/officeDocument/2006/relationships" id="257" r:id="R18dee875831b4f81"/>
    <p:sldId xmlns:r="http://schemas.openxmlformats.org/officeDocument/2006/relationships" id="258" r:id="R1f1ac23d4723492d"/>
    <p:sldId xmlns:r="http://schemas.openxmlformats.org/officeDocument/2006/relationships" id="259" r:id="Rfd91ac9b07ac4ea1"/>
    <p:sldId xmlns:r="http://schemas.openxmlformats.org/officeDocument/2006/relationships" id="260" r:id="R47abb1186e964fd9"/>
    <p:sldId xmlns:r="http://schemas.openxmlformats.org/officeDocument/2006/relationships" id="261" r:id="R7ab3e3562fdb4a9f"/>
    <p:sldId xmlns:r="http://schemas.openxmlformats.org/officeDocument/2006/relationships" id="262" r:id="Rc5331b2b7e5a4364"/>
    <p:sldId xmlns:r="http://schemas.openxmlformats.org/officeDocument/2006/relationships" id="263" r:id="Rd7713f3f6bde423c"/>
    <p:sldId xmlns:r="http://schemas.openxmlformats.org/officeDocument/2006/relationships" id="264" r:id="R45c02605087d43c3"/>
    <p:sldId xmlns:r="http://schemas.openxmlformats.org/officeDocument/2006/relationships" id="265" r:id="Rf661ddef12ed47e2"/>
    <p:sldId xmlns:r="http://schemas.openxmlformats.org/officeDocument/2006/relationships" id="266" r:id="Rfdd089ee1daa43b9"/>
    <p:sldId xmlns:r="http://schemas.openxmlformats.org/officeDocument/2006/relationships" id="267" r:id="R96161e9571b34e0c"/>
    <p:sldId xmlns:r="http://schemas.openxmlformats.org/officeDocument/2006/relationships" id="268" r:id="R6f6a77e150a04e1d"/>
    <p:sldId xmlns:r="http://schemas.openxmlformats.org/officeDocument/2006/relationships" id="269" r:id="R5536cf798a094fe2"/>
    <p:sldId xmlns:r="http://schemas.openxmlformats.org/officeDocument/2006/relationships" id="270" r:id="R7f3649954ade4b49"/>
    <p:sldId xmlns:r="http://schemas.openxmlformats.org/officeDocument/2006/relationships" id="271" r:id="R2856dd3be66749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df1cc36bb24b5c" /><Relationship Type="http://schemas.openxmlformats.org/officeDocument/2006/relationships/slideMaster" Target="/ppt/slideMasters/slideMaster1.xml" Id="Rf1f73a799c574042" /><Relationship Type="http://schemas.openxmlformats.org/officeDocument/2006/relationships/notesMaster" Target="/ppt/notesMasters/notesMaster1.xml" Id="R04afc22efa8b4fc4" /><Relationship Type="http://schemas.openxmlformats.org/officeDocument/2006/relationships/presProps" Target="/ppt/presProps.xml" Id="Rdb26826cc7984fef" /><Relationship Type="http://schemas.openxmlformats.org/officeDocument/2006/relationships/viewProps" Target="/ppt/viewProps.xml" Id="R35423997f36747f8" /><Relationship Type="http://schemas.openxmlformats.org/officeDocument/2006/relationships/tableStyles" Target="/ppt/tableStyles.xml" Id="R42e40f78babc4e9e" /><Relationship Type="http://schemas.openxmlformats.org/officeDocument/2006/relationships/slide" Target="/ppt/slides/slide1.xml" Id="R344907f12c504df0" /><Relationship Type="http://schemas.openxmlformats.org/officeDocument/2006/relationships/slide" Target="/ppt/slides/slide2.xml" Id="R18dee875831b4f81" /><Relationship Type="http://schemas.openxmlformats.org/officeDocument/2006/relationships/slide" Target="/ppt/slides/slide3.xml" Id="R1f1ac23d4723492d" /><Relationship Type="http://schemas.openxmlformats.org/officeDocument/2006/relationships/slide" Target="/ppt/slides/slide4.xml" Id="Rfd91ac9b07ac4ea1" /><Relationship Type="http://schemas.openxmlformats.org/officeDocument/2006/relationships/slide" Target="/ppt/slides/slide5.xml" Id="R47abb1186e964fd9" /><Relationship Type="http://schemas.openxmlformats.org/officeDocument/2006/relationships/slide" Target="/ppt/slides/slide6.xml" Id="R7ab3e3562fdb4a9f" /><Relationship Type="http://schemas.openxmlformats.org/officeDocument/2006/relationships/slide" Target="/ppt/slides/slide7.xml" Id="Rc5331b2b7e5a4364" /><Relationship Type="http://schemas.openxmlformats.org/officeDocument/2006/relationships/slide" Target="/ppt/slides/slide8.xml" Id="Rd7713f3f6bde423c" /><Relationship Type="http://schemas.openxmlformats.org/officeDocument/2006/relationships/slide" Target="/ppt/slides/slide9.xml" Id="R45c02605087d43c3" /><Relationship Type="http://schemas.openxmlformats.org/officeDocument/2006/relationships/slide" Target="/ppt/slides/slide10.xml" Id="Rf661ddef12ed47e2" /><Relationship Type="http://schemas.openxmlformats.org/officeDocument/2006/relationships/slide" Target="/ppt/slides/slide11.xml" Id="Rfdd089ee1daa43b9" /><Relationship Type="http://schemas.openxmlformats.org/officeDocument/2006/relationships/slide" Target="/ppt/slides/slide12.xml" Id="R96161e9571b34e0c" /><Relationship Type="http://schemas.openxmlformats.org/officeDocument/2006/relationships/slide" Target="/ppt/slides/slide13.xml" Id="R6f6a77e150a04e1d" /><Relationship Type="http://schemas.openxmlformats.org/officeDocument/2006/relationships/slide" Target="/ppt/slides/slide14.xml" Id="R5536cf798a094fe2" /><Relationship Type="http://schemas.openxmlformats.org/officeDocument/2006/relationships/slide" Target="/ppt/slides/slide15.xml" Id="R7f3649954ade4b49" /><Relationship Type="http://schemas.openxmlformats.org/officeDocument/2006/relationships/slide" Target="/ppt/slides/slide16.xml" Id="R2856dd3be66749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2d3655c1af4c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e1a70a32d243a3" /><Relationship Type="http://schemas.openxmlformats.org/officeDocument/2006/relationships/notesMaster" Target="/ppt/notesMasters/notesMaster1.xml" Id="R52ce2eff91174f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bb3f46b7394e0d" /><Relationship Type="http://schemas.openxmlformats.org/officeDocument/2006/relationships/notesMaster" Target="/ppt/notesMasters/notesMaster1.xml" Id="Rf3846d8971e24f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4aad1f390d4c63" /><Relationship Type="http://schemas.openxmlformats.org/officeDocument/2006/relationships/notesMaster" Target="/ppt/notesMasters/notesMaster1.xml" Id="R2a6acedfcaf5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064c14cabb455c" /><Relationship Type="http://schemas.openxmlformats.org/officeDocument/2006/relationships/notesMaster" Target="/ppt/notesMasters/notesMaster1.xml" Id="Rf618fbe12bf840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5f4f9ecb434711" /><Relationship Type="http://schemas.openxmlformats.org/officeDocument/2006/relationships/notesMaster" Target="/ppt/notesMasters/notesMaster1.xml" Id="R4714b47a78aa4c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c3e9e3b8614027" /><Relationship Type="http://schemas.openxmlformats.org/officeDocument/2006/relationships/notesMaster" Target="/ppt/notesMasters/notesMaster1.xml" Id="R7d541e65431d4b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8e5ba9ee284fa5" /><Relationship Type="http://schemas.openxmlformats.org/officeDocument/2006/relationships/notesMaster" Target="/ppt/notesMasters/notesMaster1.xml" Id="R72f7c7f5e6044a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fe0724b43b4b5b" /><Relationship Type="http://schemas.openxmlformats.org/officeDocument/2006/relationships/notesMaster" Target="/ppt/notesMasters/notesMaster1.xml" Id="R1bcaf6c2b86045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a1436e054e4dd9" /><Relationship Type="http://schemas.openxmlformats.org/officeDocument/2006/relationships/notesMaster" Target="/ppt/notesMasters/notesMaster1.xml" Id="R6607f2e7cc6c4e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372317dd5a4a0b" /><Relationship Type="http://schemas.openxmlformats.org/officeDocument/2006/relationships/notesMaster" Target="/ppt/notesMasters/notesMaster1.xml" Id="Rb8331feb5f244d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c90dd519564bc8" /><Relationship Type="http://schemas.openxmlformats.org/officeDocument/2006/relationships/notesMaster" Target="/ppt/notesMasters/notesMaster1.xml" Id="R0639549ccb0648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a1a82cd50c41c1" /><Relationship Type="http://schemas.openxmlformats.org/officeDocument/2006/relationships/notesMaster" Target="/ppt/notesMasters/notesMaster1.xml" Id="R83c3518e183845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0b176c431d43ae" /><Relationship Type="http://schemas.openxmlformats.org/officeDocument/2006/relationships/notesMaster" Target="/ppt/notesMasters/notesMaster1.xml" Id="Rca132d0430cc45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5882feb2cd84050" /><Relationship Type="http://schemas.openxmlformats.org/officeDocument/2006/relationships/notesMaster" Target="/ppt/notesMasters/notesMaster1.xml" Id="R2d67fd878e44428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fdf28fcb3784594" /><Relationship Type="http://schemas.openxmlformats.org/officeDocument/2006/relationships/notesMaster" Target="/ppt/notesMasters/notesMaster1.xml" Id="Rbd7abc928378475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1106f053574be9" /><Relationship Type="http://schemas.openxmlformats.org/officeDocument/2006/relationships/notesMaster" Target="/ppt/notesMasters/notesMaster1.xml" Id="R6253aaf7c8d142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e4c90095b49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11b180c3b74baf" /><Relationship Type="http://schemas.openxmlformats.org/officeDocument/2006/relationships/slideLayout" Target="/ppt/slideLayouts/slideLayout1.xml" Id="R0f5bbe86c5e54e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bbe86c5e54e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748bafe3340da" /><Relationship Type="http://schemas.openxmlformats.org/officeDocument/2006/relationships/notesSlide" Target="/ppt/notesSlides/notesSlide1.xml" Id="R9547aedc908943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252b4dbc34a32" /><Relationship Type="http://schemas.openxmlformats.org/officeDocument/2006/relationships/notesSlide" Target="/ppt/notesSlides/notesSlide2.xml" Id="Rf51745e1ce5c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b3356cf7c481a" /><Relationship Type="http://schemas.openxmlformats.org/officeDocument/2006/relationships/notesSlide" Target="/ppt/notesSlides/notesSlide3.xml" Id="R677555b6ee4f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c782485db4cc8" /><Relationship Type="http://schemas.openxmlformats.org/officeDocument/2006/relationships/notesSlide" Target="/ppt/notesSlides/notesSlide4.xml" Id="R61b25a8f04dc48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cd912a6bf4887" /><Relationship Type="http://schemas.openxmlformats.org/officeDocument/2006/relationships/notesSlide" Target="/ppt/notesSlides/notesSlide5.xml" Id="R2eb835b1103e41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b8f9c46e54d6b" /><Relationship Type="http://schemas.openxmlformats.org/officeDocument/2006/relationships/notesSlide" Target="/ppt/notesSlides/notesSlide6.xml" Id="R38758ea295b04a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8322b2c6c479f" /><Relationship Type="http://schemas.openxmlformats.org/officeDocument/2006/relationships/notesSlide" Target="/ppt/notesSlides/notesSlide7.xml" Id="R91333a02a4254c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e02df65e84104" /><Relationship Type="http://schemas.openxmlformats.org/officeDocument/2006/relationships/notesSlide" Target="/ppt/notesSlides/notesSlide8.xml" Id="R6d4a50caa2e743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77ea201c24765" /><Relationship Type="http://schemas.openxmlformats.org/officeDocument/2006/relationships/notesSlide" Target="/ppt/notesSlides/notesSlide9.xml" Id="R015031482f934a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7d1676c164ed6" /><Relationship Type="http://schemas.openxmlformats.org/officeDocument/2006/relationships/notesSlide" Target="/ppt/notesSlides/notesSlide10.xml" Id="Redad28204c5c4a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ccf21b8724f3f" /><Relationship Type="http://schemas.openxmlformats.org/officeDocument/2006/relationships/notesSlide" Target="/ppt/notesSlides/notesSlide11.xml" Id="Reb32c485ffd748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2a3061f524595" /><Relationship Type="http://schemas.openxmlformats.org/officeDocument/2006/relationships/notesSlide" Target="/ppt/notesSlides/notesSlide12.xml" Id="R982034476f6b4d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b3aa1bf2a4e41" /><Relationship Type="http://schemas.openxmlformats.org/officeDocument/2006/relationships/notesSlide" Target="/ppt/notesSlides/notesSlide13.xml" Id="R3e807576abf941d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45ae1df744dd5" /><Relationship Type="http://schemas.openxmlformats.org/officeDocument/2006/relationships/notesSlide" Target="/ppt/notesSlides/notesSlide14.xml" Id="R75752e0f3cd045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75e561489422f" /><Relationship Type="http://schemas.openxmlformats.org/officeDocument/2006/relationships/notesSlide" Target="/ppt/notesSlides/notesSlide15.xml" Id="R9a225fc92eaf4d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74253479642f6" /><Relationship Type="http://schemas.openxmlformats.org/officeDocument/2006/relationships/notesSlide" Target="/ppt/notesSlides/notesSlide16.xml" Id="Rfa41d01232e54d0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4DC88-1F90-473E-84A0-45129207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0DAC1-D7B7-444C-99AD-9C9339D0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2B2E1-DAE0-408B-8A79-F6C67357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DE980-15B5-4D92-BB52-AAA0907B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FINAL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43F6F-889E-4F93-850C-454925C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步步為盈 StepProfit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CADBF-7AC6-48C0-BFA4-F1EE0E21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19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網頁程式期末專題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5E4EA-22E9-410F-BC3D-A042161E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53340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885F4-1214-4411-AC57-71804287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90875"/>
            <a:ext cx="53340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DF421-1B5A-4630-A401-8D3F9676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7021A-8C90-4813-B8C1-A977E334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430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個人記帳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2F6FD-B324-4901-B1E1-45F08E0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95BB5-CBB6-417D-8BB6-9882FFAF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30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儲蓄目標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B916A-933E-4774-AE0C-31022D6F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271F9-1469-49A9-83B3-EF512185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05300"/>
            <a:ext cx="430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朋友圈留言監督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97C4E-A731-4493-95B3-E22894D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72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5A14E-2B94-472C-AF1F-EAC14ED3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4305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React + Firebase 雲端資料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E3D5B-C713-49B4-AF63-42E3F5B5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181100"/>
            <a:ext cx="3333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3B8B50-B93B-44FA-B24A-E72AE54D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04900"/>
            <a:ext cx="3333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B0670B-231A-4EA8-9F4A-9E3E06A5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我的記帳本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50D02A-A8B2-4384-BAB8-A767EB4C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16193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7319A-4887-4795-8F54-246FF0AD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本月收入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20263-1609-48EF-8ADC-E3842018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7647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rPr>
              <a:t>NT$ 18,200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4D393A-CB00-4AD3-B469-13864DD6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8132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16193">
            <a:solidFill>
              <a:srgbClr val="2B25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9104F6-460E-4DA2-A66E-E8A74E11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本月支出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FEBB2-D441-4F23-BDA9-F3684758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1942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rPr>
              <a:t>NT$ 12,650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0DA1A-B3F3-421A-955D-0E508329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24275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16193">
            <a:solidFill>
              <a:srgbClr val="2B25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E9075-1955-463F-BBE3-009747B9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本月結餘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04D3BC-A064-4762-8883-F6E96EFC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62375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506C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506C8D"/>
                </a:solidFill>
                <a:latin typeface="Microsoft JhengHei"/>
                <a:ea typeface="Microsoft JhengHei"/>
                <a:cs typeface="Microsoft JhengHei"/>
              </a:rPr>
              <a:t>NT$ 5,550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241EB-F048-447D-A523-4F017BB2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顏羽婕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0367E8-130F-4555-A7C4-6A32D641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15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B1229053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98BDCB-EECB-4AFF-B8B8-6E00A340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150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React + Firebase</a:t>
            </a:r>
          </a:p>
        </p:txBody>
      </p:sp>
    </p:spTree>
    <p:extLst>
      <p:ext uri="{BB962C8B-B14F-4D97-AF65-F5344CB8AC3E}">
        <p14:creationId xmlns:p14="http://schemas.microsoft.com/office/powerpoint/2010/main" val="15054050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EC6553-913F-4344-A523-8878D454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EEECA-3A8B-4EC6-B758-A2FA936E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F7367B72-8016-4990-935B-DD73D5CE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F008AD66-F0E0-444B-A7E1-2AC221E2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WHY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699AF-4A09-4DB0-A948-CB6BB826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日常花費不是不重要，是太容易被忘記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79068-9BA8-4BA7-9949-F16A38D3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FE6FE1-5107-42FF-8763-370FED4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12AE8-A3C3-4236-9BD9-C7B89E7A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58C03-26EF-4847-B442-BC88E7B4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669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8237F-779B-4C97-8CE5-A04D455E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03D8FB-D531-4DCB-A4B2-D171DD5D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rPr>
              <a:t>原本的問題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DF177-48C5-4E31-8E19-91AC4A06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431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rPr>
              <a:t>StepProfit 的回答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8D8B5-47EE-4A94-9E86-D966EC44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F25F7-AB28-4376-B858-5F35DD02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98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花費記在不同地方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009B4-A854-442E-B8C7-4364BB8D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17C56-8C81-43DE-8E50-DCBC6D6E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月底才發現超支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91B4E-4F20-4513-A881-0C713B73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ED8BA-5A51-4DB5-983A-2352FCFE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存錢目標缺少進度感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4C5CE-3AB3-4C24-9E24-20B91FDD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B44E4F-BDAE-42CE-8335-9E5DCA75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98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手機瀏覽器即時記錄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83F48-68E8-416F-B558-84E7BB41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0EDB47-46CD-4995-BD46-8BE84408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623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月曆與統計快速回顧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113094-2651-49A7-A77A-C58ED6FB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C1CCC-1EDC-48D6-93E5-E73D4C44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147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把結餘連到具體儲蓄目標</a:t>
            </a:r>
          </a:p>
        </p:txBody>
      </p:sp>
    </p:spTree>
    <p:extLst>
      <p:ext uri="{BB962C8B-B14F-4D97-AF65-F5344CB8AC3E}">
        <p14:creationId xmlns:p14="http://schemas.microsoft.com/office/powerpoint/2010/main" val="7791715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29C90B-8C09-4171-82DC-31AFB209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1B6DB-2AC8-4E7F-A399-2EBABC00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019E3CC2-95E9-4EE1-A590-C820B728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EFB9060F-80BF-4221-BA8B-BE7A9993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PRODUCT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55905-3591-4772-8716-D438443B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記帳、目標、朋友圈形成一個持續使用的循環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33593-8E63-4DAB-863F-67AA4006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CADF1-E111-4645-8207-09123F61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81250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1872D-88A1-495C-8FC0-19FCAE11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05050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AEB841-C70F-4DCA-9262-BC5A5FA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24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每日記帳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5F8BC4-4B03-4BA7-ADF8-7BC30E79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1945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收入支出、分類、日期、備註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7B778-2FD6-4B09-AD4C-BF3BB7EB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194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375A2-6635-460C-B205-F96264DC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52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43C49-2B1C-4959-9A57-0B7B1735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381250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FC48E1-A54E-4116-8833-D85D5CA5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05050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86C0DE-A0BA-4A63-81DF-2F14CB8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24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06C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506C8D"/>
                </a:solidFill>
                <a:latin typeface="Microsoft JhengHei"/>
                <a:ea typeface="Microsoft JhengHei"/>
                <a:cs typeface="Microsoft JhengHei"/>
              </a:rPr>
              <a:t>儲蓄目標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D49D0-7541-4E15-A31E-28FA0FC1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1945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把剩下的錢分配到想買的東西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93C3FC-C8AB-4DD9-A643-956DE9E1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19450"/>
            <a:ext cx="590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190318-8B30-4D96-BE53-377BFCF6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7E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A7CD5-8B1D-4190-BA8D-2B566174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381250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EF1BA6-E7B2-444C-BC4C-16627EAA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05050"/>
            <a:ext cx="2667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F9BAF9-43B4-4336-988E-90950D12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241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rPr>
              <a:t>朋友圈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64E18F-4662-47A3-8B8C-D6106D75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219450"/>
            <a:ext cx="2047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排名與留言牆帶來提醒和鼓勵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8391D1-5D21-4942-B07C-16EDDB0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387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使用循環：記錄 -&gt; 看見差距 -&gt; 存入目標 -&gt; 得到提醒 -&gt; 持續記錄</a:t>
            </a:r>
          </a:p>
        </p:txBody>
      </p:sp>
    </p:spTree>
    <p:extLst>
      <p:ext uri="{BB962C8B-B14F-4D97-AF65-F5344CB8AC3E}">
        <p14:creationId xmlns:p14="http://schemas.microsoft.com/office/powerpoint/2010/main" val="268006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1A796A-70FE-44DB-8897-5CE6F5BF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0979E-185A-4176-9A49-02385913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912559F6-11F9-49E8-B000-C2383D4B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A23A3A44-7BEC-48C0-A07A-42B39596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JOURNEY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3BCA7-99CD-4CEF-88AA-368834A9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使用者從記錄到被鼓勵，只需要一條清楚流程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F1F22-5F72-4B33-8B88-085C18D1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EAE36-8835-4403-A18C-46F5EED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5D389-4989-45B6-A9D1-E13D8C6F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35C98-2650-4C27-B0EE-C284EBF6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EDD6A-6095-4AAA-8B90-C407E32D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登入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5BB38-533C-4810-B8C5-850958FF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285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Firebase Auth 或 Demo 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FC9AD-85FA-4250-9E06-780E35D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432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DB8372-E7E1-4DA3-807B-566B62B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76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DEE66-B398-4993-8920-6D7B437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050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82735-C6BF-43BD-B48B-B7CA31DC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288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D8239-CD95-4A9C-89B1-603D7E11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71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96911-9594-4EE4-BE2D-BCC4730A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03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記帳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5E9AB-0CBC-4F56-B3A9-EF89C01C3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390900"/>
            <a:ext cx="1285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新增收入與支出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0A6360-FC7F-4446-8973-D582AE4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432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137C8-4B87-47C7-96BA-23816115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076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D53B94-BA26-4C21-9A4D-CA233BBA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050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809695-9F6E-4722-97EA-D1794216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288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3A198-0985-493A-9D71-E07ECE97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71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C501A-5C71-43D0-A560-28D82864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003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總覽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06D27-3E75-4EF8-9CD0-F76CA0BE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90900"/>
            <a:ext cx="1285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月曆看每日收支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7B1508-C10C-4D7C-A929-5A071639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758F7-B5CE-4EDA-900E-EFE3B9F4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76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BC6DFD-0CBC-423D-AEC5-A56A5E11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050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6FB9F-14EF-49EA-9CA2-96AA3CD7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4288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2891E7-1365-400E-80CA-639B6DC1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571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03FF4F-EAF3-4D42-913A-D9AFA1F1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0003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5D938A-2715-4106-8E50-30BB00BB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90900"/>
            <a:ext cx="1285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新增存款與達標動畫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5A80C30-80AB-4D95-A5BC-E4263374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8805F6-DDD3-4CEA-BBAB-1C15CEB1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076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FD35C-8E97-4A81-B9DC-D65462AF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050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20C298-00BB-4AA6-A960-4EA94F14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28875"/>
            <a:ext cx="1666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4EF7BE-8A97-46CB-A4DB-6CB8B54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D92C84-3461-459B-8961-EE1D440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0037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朋友圈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BB678E-3A8A-4177-87FB-6914A5D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90900"/>
            <a:ext cx="1285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排名與留言互相監督</a:t>
            </a:r>
          </a:p>
        </p:txBody>
      </p:sp>
    </p:spTree>
    <p:extLst>
      <p:ext uri="{BB962C8B-B14F-4D97-AF65-F5344CB8AC3E}">
        <p14:creationId xmlns:p14="http://schemas.microsoft.com/office/powerpoint/2010/main" val="10725729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6DD851-B41F-41E3-BF28-16404686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7E4C9-D9CF-4532-A955-71519118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04682A1F-D319-40FB-9477-9C24390C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13D05B8D-6B84-43AA-9238-83350CE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EB981-C3E8-449D-874D-FCD0A339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總覽頁讓本月狀態一打開就看懂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EE602-0337-4BC8-8687-18763E32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466C6-57C5-4BFA-B49E-0CAA5ACA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3403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25D98-C517-403B-A8B9-9650E42E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3403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0228F-FA24-4795-AFE3-907410DF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98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月收入/支出/結餘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FA87E-0452-44D9-AA33-B18C9421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98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三個摘要卡片提供本月財務狀態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4E93D-3A1C-4EC2-A17D-32C2DEA1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076450"/>
            <a:ext cx="3403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30B11-D9E4-4399-A69C-3C7FB729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000250"/>
            <a:ext cx="3403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FB40DD-7507-4E92-A8F3-386F6C09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209800"/>
            <a:ext cx="298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收支月曆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07DF3-EB54-4911-A82E-7A5B50A5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647950"/>
            <a:ext cx="298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每天標註收入與支出，方便查找哪天花最多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53923-E43F-4E58-970E-DDD73D55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76450"/>
            <a:ext cx="3403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3FC6-713B-40F9-8BF8-4E51F462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000250"/>
            <a:ext cx="34036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07F652-C54E-408F-9F07-25D665C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209800"/>
            <a:ext cx="298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提醒規則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344AB-7A9C-4E5F-9504-2DC82E18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2647950"/>
            <a:ext cx="2984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結餘為負數或超出預算時用紅色提示</a:t>
            </a:r>
          </a:p>
        </p:txBody>
      </p:sp>
    </p:spTree>
    <p:extLst>
      <p:ext uri="{BB962C8B-B14F-4D97-AF65-F5344CB8AC3E}">
        <p14:creationId xmlns:p14="http://schemas.microsoft.com/office/powerpoint/2010/main" val="125922354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47054F-249E-4CF7-A17A-E7227CAF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6CB4B5-46C4-49BA-8C14-6A8858B6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33265BA2-876C-41CC-8D05-797FA537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F26325E4-430B-4EE1-B205-90635BB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TRANSACTIONS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EBAF1-AC9F-45E7-9C9A-3532D7D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記帳功能不是只新增，還要能整理與取消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65766-5144-47AC-BA72-CD87F29A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4C7D7-F24A-41DC-84BC-1DBAC703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9B047-8F3B-4987-AA87-5D4630CA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52B9A-8F64-4106-BC29-B32CD1DE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Create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2B2E3-8EB8-4176-8AF7-B66133AA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新增收入或支出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44BAB-0791-4C89-BE5D-E4EB73E1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96389-5CC9-4D8A-9E9E-8978E7BF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383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9213B-160F-41C5-B3BC-AF045B2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479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Read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4C8B7-D63C-4346-B5CC-B0073DA7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依月份與分類檢視紀錄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221AC4-80ED-4F2D-9CA3-ABD77E13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2C288-7107-404C-95E2-7D00C4E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1D70D-8F53-4C93-B653-D7EAF466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479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A04B2F-2086-4031-ACCE-F251B0F1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8605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儲蓄目標存款紀錄可編輯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3DDEE-9874-4DD8-8671-E5C60597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539357-5276-4924-89C8-FE24A057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38350"/>
            <a:ext cx="24955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F617E7-3789-46FE-987F-C9A04271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479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Delete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AEF71-ABDE-4673-8FB2-E8EEFB56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86050"/>
            <a:ext cx="2076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支出與存款紀錄可取消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365A03-7E4B-42D6-B39F-015D32A4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95800"/>
            <a:ext cx="914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老師報告時可以強調：我不是只把資料顯示出來，而是完整處理新增、讀取、更新、刪除。</a:t>
            </a:r>
          </a:p>
        </p:txBody>
      </p:sp>
    </p:spTree>
    <p:extLst>
      <p:ext uri="{BB962C8B-B14F-4D97-AF65-F5344CB8AC3E}">
        <p14:creationId xmlns:p14="http://schemas.microsoft.com/office/powerpoint/2010/main" val="1355432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7B17E7-E95F-459D-B400-74137388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42FD8-526F-408B-9097-14970279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90B86C1B-E5C5-4D57-A601-A33BDD03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E23B39B4-EFD2-4B6A-B6E7-B0E5C1CA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A75B9-35C3-475B-9800-55E96EE5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統計頁把收入、支出、結餘放在同一個月份脈絡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9FC0A-A45E-47BD-A95C-AEB63408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F5CBD-65A1-455F-BA38-9A1C97B4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685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96D6E-A50B-419F-B4B4-EDD8E40F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685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667DA-FC33-40B3-BCEF-2CB7C27D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955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rPr>
              <a:t>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6B8157-E186-4C56-957E-5F2E188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87003"/>
            <a:ext cx="495300" cy="3562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A4A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51064-14E4-47B3-845C-971CA6CD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66048"/>
            <a:ext cx="495300" cy="3771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A4A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AA28F-03B6-4635-B92A-7A39C0E7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624138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A4A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C5BEE-16A6-4777-B6A7-EB8C5ED1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645093"/>
            <a:ext cx="495300" cy="398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A4A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0A25E-10ED-448F-A37F-0DD732FF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92705"/>
            <a:ext cx="495300" cy="450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A4A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FBEEF-EC5C-45D6-9321-1FBD4E29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71750"/>
            <a:ext cx="495300" cy="471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A4A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62AA7-EF10-46A7-8A03-DC8199D2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813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rPr>
              <a:t>支出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87432-EA79-4CE8-914F-F88102ED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493294"/>
            <a:ext cx="495300" cy="2357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30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DAF09-CBB0-437F-8A94-27A3F8AA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35668"/>
            <a:ext cx="495300" cy="293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30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43682-B9BF-4CAE-88AD-0728D35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467100"/>
            <a:ext cx="495300" cy="261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30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E0A6C-D7C1-4E3C-BBB0-0DF3D493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62325"/>
            <a:ext cx="495300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30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3811B-C7D6-424E-8760-0675FBA3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383280"/>
            <a:ext cx="495300" cy="3457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30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DBD991-F930-4288-BBF8-D273CC44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25190"/>
            <a:ext cx="495300" cy="303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630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75ED4-8544-4E0B-ADDC-FCB961B1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671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06C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506C8D"/>
                </a:solidFill>
                <a:latin typeface="Microsoft JhengHei"/>
                <a:ea typeface="Microsoft JhengHei"/>
                <a:cs typeface="Microsoft JhengHei"/>
              </a:rPr>
              <a:t>結餘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D671B1-15EE-4509-A776-0DCDFD18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268153"/>
            <a:ext cx="495300" cy="1466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C8D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A5E529-79BF-4F49-98A6-9756DC1E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89108"/>
            <a:ext cx="495300" cy="1257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C8D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A8A3FA-C9F7-4C13-94E4-8B58063E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215765"/>
            <a:ext cx="495300" cy="1990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C8D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C94CD-BD5F-428D-BE47-737322A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320540"/>
            <a:ext cx="495300" cy="942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C8D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2FDB1-C104-4FEC-BC9D-3F3EC046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226243"/>
            <a:ext cx="495300" cy="1885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C8D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453A9-2A77-45FC-9898-52EA5AEE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173855"/>
            <a:ext cx="495300" cy="2409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6C8D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6F2BB3-44CF-4092-BA02-FC2EF759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4820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1月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44E452-F8F6-45F9-9B82-AB323A69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64820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2月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104FE0-7DC2-4136-A18F-7ADFC71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464820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3月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D97D9B-E239-4D82-8466-F74A843F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64820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4月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E29D8-101B-4CC5-87AB-67A72BE7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64820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5月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9D5CDF-EF87-4BD0-9A7D-E6D22964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48200"/>
            <a:ext cx="523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6月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251A81-E44B-406E-93E8-CA8C853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717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4968F-0D10-4889-B1DC-69B25659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2AB48B-463B-448A-A137-D14BDAE6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0E5C0C-04AF-47E8-90B9-CA6D31DD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241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以月份為單位計算趨勢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EC0073-AF1D-438C-BD38-3CFDAEAF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12C846-70EB-4C06-A4F2-762D0354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7657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點擊圖例可單獨凸顯一條曲線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51D0E0-2C3D-4485-9D48-DCB6ECF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BFCF37-BDA5-4F6A-AD01-5F80EF2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29025"/>
            <a:ext cx="1924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結餘加入後能看出存錢能力</a:t>
            </a:r>
          </a:p>
        </p:txBody>
      </p:sp>
    </p:spTree>
    <p:extLst>
      <p:ext uri="{BB962C8B-B14F-4D97-AF65-F5344CB8AC3E}">
        <p14:creationId xmlns:p14="http://schemas.microsoft.com/office/powerpoint/2010/main" val="17748607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89A96-965D-4620-87DD-F207A72A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24C20-6B90-400B-B6AE-A72123BA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89B97918-94A9-4F73-B905-7C5CF0CB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6A4D176A-93E8-459E-A3CC-4C7B5C88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GOALS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0F9EF-AE60-4648-9B53-D633E0B5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儲蓄目標把抽象的結餘變成看得見的願望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588BD-FDF5-4CAC-A888-09FFFC88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F0B70-C719-45E0-AE60-013FBCB7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52625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AF3DA-564B-4343-A1D5-8C9BE7E1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764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建立目標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061D0-A103-4DFA-8B4D-FCAAF45A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859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名稱、金額、期限、說明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A7729-5FAE-40F0-97B5-FE7E759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336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739D0-3818-407A-8ED8-EFF61F3D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376E5-29A1-43B8-800F-A7D48F0E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860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新增存款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57594-2F92-4D42-A978-70EA6C02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956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記錄每次存入與備註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752C6-9862-475D-B869-EC6C1CE3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43275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877E5-32AE-490C-BBAB-03B1FACC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71875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62EB5-BD3C-449D-AC6B-D7EC3C7A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編輯/取消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DC72F-4327-4FDE-9027-EAA3377B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0522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修正金額後同步更新進度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7A1EB1-152D-4F8E-B39F-5534655A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5290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4D8AA-6FCA-4F62-908D-9F23467A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B1EC93-1872-48A9-B6D0-EB8CCAA4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053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達標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D02B1-4EF4-4B0D-B155-44D5669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100% 顯示慶祝動畫</a:t>
            </a:r>
          </a:p>
        </p:txBody>
      </p:sp>
    </p:spTree>
    <p:extLst>
      <p:ext uri="{BB962C8B-B14F-4D97-AF65-F5344CB8AC3E}">
        <p14:creationId xmlns:p14="http://schemas.microsoft.com/office/powerpoint/2010/main" val="153471610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1EA0B-86D3-4E89-9522-029DF064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4B17A-3C55-4235-886C-A1686B6C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2FCA62FF-B60F-43F2-9888-E19025A0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05760B54-BF16-4875-83EF-8FD4A1AC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CIRCLE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49796-B123-4FAA-B45C-4F5CFAD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朋友圈與留言牆讓記帳不只是自己的事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F675F-9764-4DBE-B66D-71E40AF3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7A1E9-EC2F-45BD-A53E-461B2972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3FF47-ABB1-4898-A51E-058962F0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16F041-67B7-461F-BB6F-5586553C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省錢排名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39DD7-B8C6-4F82-96A9-42BFD083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用本月結餘或節省金額排序，增加小小競爭感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F25DF-5930-49C3-88B0-3FC537FC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764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CD2F1-CA37-4E81-ABBA-15DAA720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8DE89-FA6A-42F8-BBD7-6836FC9F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留言牆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0513C-595D-4D12-BAB4-4CB95595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朋友可以提醒、鼓勵或互相回報進度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18BCF-A5BA-49BB-8332-00EFAE0C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15DA8-1C3F-4190-9938-787CBBDB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40029-A1B3-40F1-BF48-603BDDD3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頭像設定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5C6D6-36D8-4090-ABCA-6062127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使用者可上傳頭像並調整大小與位置</a:t>
            </a:r>
          </a:p>
        </p:txBody>
      </p:sp>
    </p:spTree>
    <p:extLst>
      <p:ext uri="{BB962C8B-B14F-4D97-AF65-F5344CB8AC3E}">
        <p14:creationId xmlns:p14="http://schemas.microsoft.com/office/powerpoint/2010/main" val="155890863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9A38FF-4309-4FA5-8229-3AF8DE75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AD06D-6C81-4CAA-BD25-28A7A93C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FB044642-5916-4DD9-B379-92FEA95B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DED78EDA-2E4A-4565-B11F-0164419D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PROFILE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908F7-260F-4861-BD0C-436F928D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設定頁讓 Demo 也能像個真正可用的帳號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725B8-F778-4DA8-AA12-E98DF9B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808EF-30C9-4DF1-8E07-30826622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653CC-5CC4-4D8F-A351-D48B87F5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FAC1A-0DD5-4863-A978-7EABD22D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暱稱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ABB08-9F2E-4411-9D99-F80034EE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顯示在排行榜與留言牆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1207F-F611-4DBF-B9FF-B3723327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764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965F2B-69B6-4F65-9A78-6B95A957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CFED5-D329-4048-A524-90E5DCE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月預算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E22A4-6ECC-48EF-BF5E-13BC2CC9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供超支提醒使用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DDEE0-5B18-49AF-AF82-7DB3F9AE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69B8E-F68D-43A0-8D37-66F98FB6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31361-B977-4CC2-9168-1E4551B4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頭像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92F65-51C6-4EFF-B8D4-2138D25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本機上傳、300% 縮放、上下左右位移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342C2-6B21-42C0-9DA6-4AB0832C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623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4EA5F-B163-4D1B-AFAF-AC297D89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861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21464-44BA-47C4-85DF-C96720B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957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登出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08B3E-B15B-41B5-905B-CA844122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338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Firebase 登入時可切換使用者</a:t>
            </a:r>
          </a:p>
        </p:txBody>
      </p:sp>
    </p:spTree>
    <p:extLst>
      <p:ext uri="{BB962C8B-B14F-4D97-AF65-F5344CB8AC3E}">
        <p14:creationId xmlns:p14="http://schemas.microsoft.com/office/powerpoint/2010/main" val="175780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FC0129-9237-4FAE-9C21-26E13B84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F608D-EABA-4F46-B35B-67EC258E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E67746A0-5E0C-4DC9-B2B4-EFEF6EFC5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4EB3F589-8E18-492B-AC70-3DF4A0EF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REACT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9B7C4-BECD-4CD3-97E1-0749E925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React 架構把頁面、狀態、路由分開管理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69655-01E7-40D5-84E0-BB593605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59C16-03AC-4C8E-ACE3-26122F2B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FC5D7-06F1-435E-A02F-5D55803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A7FB2-ECA2-4EB9-B908-7357F9DA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main.jsx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4DFA7-0754-4F0E-9A5F-28F0B866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createRoot 掛載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0B32C-CB36-46DF-9EE3-C25EBEB7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0FE13-29E4-4513-87E1-AEEE8C9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62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3A0EF5-5B77-4538-86D0-9843ACAF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F6B6D-0164-4D82-ABDD-E29BA9B6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30D3B-30ED-4A61-83D9-687F1A5A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App.jsx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292B7-CBA5-4480-AAD6-54ACCD3C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Router 定義頁面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44AE0-6BF9-440E-BD6D-1A62A0AE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30102-950C-41A3-AEFB-74AC7C90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62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803D1-C153-441A-9A6B-DAB951DC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9BA09F-923F-4F95-8598-0556649F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090F0-6D9E-489F-81E1-57CD0FDF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pages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37DF2C-A7A3-4E88-841E-29495630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Dashboard / Transactions / Analytics / Goals / Circle / Settings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0423EA-46B6-4508-B2FF-D752E2E8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B525DC-CD8C-404E-9004-0205AC90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62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16810-7CA9-445C-BBBE-E921376D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29C8E9-2D0A-4100-8AF8-AE8C7ACB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0D0C2-AF7A-42E7-AD0C-9009104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components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FDFDD6-3B3D-4C5C-A971-31E4A786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共用導覽、卡片、表單與視覺元件</a:t>
            </a:r>
          </a:p>
        </p:txBody>
      </p:sp>
    </p:spTree>
    <p:extLst>
      <p:ext uri="{BB962C8B-B14F-4D97-AF65-F5344CB8AC3E}">
        <p14:creationId xmlns:p14="http://schemas.microsoft.com/office/powerpoint/2010/main" val="13548860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A259D-B7FF-4228-B13B-852B7182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AEC89-D86B-4BBA-9993-D4E440A7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B951961B-B5C6-4213-8A95-BBC7701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D82DB2FE-6817-4802-A097-0ED9AB57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STATE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2B8AB-6830-4654-B685-3B0A9353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Context 讓所有頁面共用同一份使用者與資料狀態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4B427-0E13-4164-A7BC-6D7658D0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3E9CB-2AD6-4431-97EA-000E7059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08E8F-6571-40B2-AEE0-336AC616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81512-C325-4483-9571-C252D771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AuthContext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2B064-ED99-425C-9477-A8A07F1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登入、註冊、登出、Demo 使用者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A8ED3-DF32-426B-9C02-060A3459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74C8B-1E93-4E8F-83B2-B97C0D0A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62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EAB251-CE8C-4156-A248-D889CA24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D2D64-0593-4BBA-A563-577D0E17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94BC2-E57A-4C0B-BA67-F84051E8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AppDataContext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2EABB9-3F97-4E50-BDAF-7E551A6A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交易、目標、留言、個人設定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F8172-C639-4DC7-BEF4-65BC3CED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28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8676F8-88F7-4BB7-AD5C-ADC60719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62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D7DEFF-744E-4EA1-AE56-4FA6658C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A8A0C-1FB3-476F-8A6D-581A6B81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BDBC9-3A5E-40A0-A3C4-DCE72878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Pages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FD559D-5989-4BBD-84D8-36F349F1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呼叫 context 方法更新畫面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BFB40-15F1-4322-8E33-4BAB066D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28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FFDFFF-F81E-4D46-883E-23007597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62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5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FBD97-39C9-4F7C-968E-1D532D4E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98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B201E6-CAD3-4E3B-8E38-B1B670E3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2209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107AA3-C2F3-4164-8943-9946935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6700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1B839-47A9-4695-AB1A-9020D596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956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Firebase 或 localStorage 儲存</a:t>
            </a:r>
          </a:p>
        </p:txBody>
      </p:sp>
    </p:spTree>
    <p:extLst>
      <p:ext uri="{BB962C8B-B14F-4D97-AF65-F5344CB8AC3E}">
        <p14:creationId xmlns:p14="http://schemas.microsoft.com/office/powerpoint/2010/main" val="113264587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738BF-9EE0-4246-893C-5B91CA16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975FA-90E9-47BB-8A07-5F02ED4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AD7AF2C4-5B81-49E9-A1C6-9B8F80E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21A77A0E-1468-4120-A65A-75522F50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FIREBASE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A3914-1D9C-4D75-B42B-9D723DA2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Firebase 負責真正的會員與雲端資料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903CE-DAEA-45F8-BC89-4BC5CACB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4BB5D-D00E-4B14-A1A3-8257FF85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4619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B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30274-A8C1-4EB3-AD9E-9FCC5763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0288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Auth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DC8748-42D1-4B3F-93AA-78447FE5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4787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Email / Password 登入註冊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4B64A-CF41-4159-A347-DE94B37D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05000"/>
            <a:ext cx="4619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EA585-77A7-4B66-9E97-1F12C850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users/{uid}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FFBD1-ECE1-4767-9E68-A568773B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暱稱、預算、聯絡方式、頭像設定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79531-EA83-464D-B5E6-CCD361B1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28950"/>
            <a:ext cx="4619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2C688-1F42-45BF-A510-2AD43E5D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527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CF2F79-D526-42A2-A474-1612EC2B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718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userId、金額、分類、日期、類型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09831-4CDD-4054-8B2C-2FAB3F1C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28950"/>
            <a:ext cx="4619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58E18-0684-49C5-BECE-79DB5DA8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B48C0-BDEF-42BE-B0D6-8CA3D39D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7182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userId、目標金額、目前金額、存款紀錄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75C22-5FA1-4052-8C3E-8C70C94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2900"/>
            <a:ext cx="4619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28646-D81A-4BF3-A672-6F12DE53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767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comments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64C1A-6873-4307-8488-86F033A1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95775"/>
            <a:ext cx="2333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朋友圈留言與鼓勵內容</a:t>
            </a:r>
          </a:p>
        </p:txBody>
      </p:sp>
    </p:spTree>
    <p:extLst>
      <p:ext uri="{BB962C8B-B14F-4D97-AF65-F5344CB8AC3E}">
        <p14:creationId xmlns:p14="http://schemas.microsoft.com/office/powerpoint/2010/main" val="17296304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36C7E-458D-4209-9457-BDB539AE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AF04A-752A-42FB-8082-87B79FCE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C9BF479D-4D5C-4C4F-9D0C-E89B3BEE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79809FFE-43C9-49BF-84BA-A582C922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DEMO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3D150-E6A7-4294-84DE-967035A5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沒有 Firebase 金鑰時，仍然能完整展示功能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B5E5A-0281-4287-A38B-05168AF5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CED64-DF4F-4AB2-8875-73EACA50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234C7-D3DE-486E-9349-42B4D7BD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FE033-9413-4677-BA22-3B985AEF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669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1AA3B-DAE2-456B-9AD4-80837158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907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EF30B-17F8-45A4-98EA-23410AA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C84630"/>
                </a:solidFill>
                <a:latin typeface="Microsoft JhengHei"/>
                <a:ea typeface="Microsoft JhengHei"/>
                <a:cs typeface="Microsoft JhengHei"/>
              </a:rPr>
              <a:t>正式模式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61FD9-4D29-4602-AC39-25902E59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431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5F8A4A"/>
                </a:solidFill>
                <a:latin typeface="Microsoft JhengHei"/>
                <a:ea typeface="Microsoft JhengHei"/>
                <a:cs typeface="Microsoft JhengHei"/>
              </a:rPr>
              <a:t>Demo 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45CA4-5E40-4598-BBF0-01D24529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2E434E-0764-4C90-BF17-A7D6F8CA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098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Firebase Auth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D4432B-78DA-43C7-8242-20B39455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DB487-B89A-42FC-AC77-1E64B9ED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623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Firestore 即時資料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DCC419-6D28-4418-8492-F942969B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70C9CE-F69A-4542-B0D5-7941F288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不同裝置登入同帳號可同步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67D70-A82A-4731-998F-BDB2C211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E73BB-859B-4868-B767-A7E678DC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098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localStorage 保留資料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73E924-C2E8-4710-A554-C80B8195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48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D23AA-A57E-4EB2-AC5B-5A8E8D24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6232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免設定即可展示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12962-F478-4CFE-9AEE-690248A3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005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11430">
            <a:solidFill>
              <a:srgbClr val="2B251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F1E57-3289-4676-81CC-20E3E3DA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14775"/>
            <a:ext cx="3733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適合課堂現場 Demo</a:t>
            </a:r>
          </a:p>
        </p:txBody>
      </p:sp>
    </p:spTree>
    <p:extLst>
      <p:ext uri="{BB962C8B-B14F-4D97-AF65-F5344CB8AC3E}">
        <p14:creationId xmlns:p14="http://schemas.microsoft.com/office/powerpoint/2010/main" val="6120834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B55A46-557A-4208-9EB2-CCC14383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71793-981C-4B98-B1CD-D8E010D9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E55A1046-E9C3-4C32-B6C2-705A1672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D66E78BD-74A6-47E9-8698-571017EB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464A4-413C-4696-9775-1330551D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手繪記帳本風格讓工具看起來親近但不失控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3CEEA-6AB4-49F7-A8C1-EC9E006A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A4B65-A571-49C2-93B9-56B0EDC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3DC472-BBEC-4326-ABB0-55D7AFE4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A5EBC-C442-49BA-AFA8-9D558272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色彩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66C4B-9E50-452A-A301-ED45FDEE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橘、黃、黑為主，避免漸層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AB686-D413-46D0-B50E-BD3BE0F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764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49DB3E-965B-4340-A8DD-30B1FFE9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002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246D8-ABC9-48FC-A28A-702E9E8C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2098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元件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0CABF-4EE9-47B4-ACC8-3A02A4B4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479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紙張卡片、手繪線條、清楚按鈕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9E755-2BDE-49FA-AEF2-5F335A2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9BDB8-DDD4-44BF-8F99-EF5F350C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F36D0-FF8A-483B-9FE1-40E1E2FB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動畫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B1E533-5730-4F37-B77D-C29FD54D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338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頁面淡入、列表彈出、達標慶祝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63761-150A-4845-AE8E-0ECB0D8A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5623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88CB4C-2EBC-4BC8-BDDC-21E73994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486150"/>
            <a:ext cx="51720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E0FDC0-EDF4-4C3C-A8A2-10C5C03D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95700"/>
            <a:ext cx="47529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RWD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6F15A-E458-4FE7-884F-E3BC94A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133850"/>
            <a:ext cx="47529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手機瀏覽器可即時記錄</a:t>
            </a:r>
          </a:p>
        </p:txBody>
      </p:sp>
    </p:spTree>
    <p:extLst>
      <p:ext uri="{BB962C8B-B14F-4D97-AF65-F5344CB8AC3E}">
        <p14:creationId xmlns:p14="http://schemas.microsoft.com/office/powerpoint/2010/main" val="96310936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A190E-9086-4F96-9122-1FD9EE70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D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256A0-9FC6-4BC8-8D25-B41296E9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FFD86911-6B60-4BF1-8AC8-F3C86D70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75B"/>
          </a:solidFill>
          <a:ln xmlns:a="http://schemas.openxmlformats.org/drawingml/2006/main" w="9525">
            <a:solidFill>
              <a:srgbClr val="2B251F"/>
            </a:solidFill>
            <a:prstDash val="solid"/>
          </a:ln>
        </p:spPr>
      </p:sp>
      <p:sp>
        <p:nvSpPr>
          <p:cNvPr id="4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CC095E2A-C390-4D5E-A4DD-5023367F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WRAP 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43795-2908-4622-AF67-6817697A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904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StepProfit 已具備期末專題需要展示的前後端能力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F59D4-C4EF-475B-9C11-E7220EF3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StepProfit / 網頁程式期末專題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EA6BDA-DA8F-44CE-ADE6-340ED8D2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1033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2C7B3-6D7A-4108-A067-3B4EDCA6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430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B4807-ABCE-49C5-B3AC-AD85F2B9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React Router、元件化頁面、RWD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36776-1FAE-4965-8832-BBB1E1F1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033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63956-5764-4363-B66C-D874D374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812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1C111-6794-43F0-B639-9A964471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908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Context 狀態管理、CRUD、localStorage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F1458-25BB-4C9B-9B4E-1813CF90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033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00726-49C9-4F11-AC43-60EEAAFF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194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E47E3B"/>
                </a:solidFill>
                <a:latin typeface="Microsoft JhengHei"/>
                <a:ea typeface="Microsoft JhengHei"/>
                <a:cs typeface="Microsoft JhengHei"/>
              </a:rPr>
              <a:t>後端服務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8B852-7F68-4B1F-837D-595B0F0D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290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Firebase Auth + Firestore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02EAB-1028-41AE-9B51-FD71CDA3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033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EFF038-F2E8-4399-9064-9BBA8F2B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576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互動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C26E1-B5BC-4D43-B00D-BBE9FFF9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672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圖表聚焦、月曆、留言牆、頭像調整、達標動畫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9749A-1814-4CE2-AF96-4DF22C0C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33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A"/>
          </a:solidFill>
          <a:ln xmlns:a="http://schemas.openxmlformats.org/drawingml/2006/main" w="22860">
            <a:solidFill>
              <a:srgbClr val="2B25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16549-72A5-4EB1-B734-AECC5CCD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21D18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A8698-BDDC-4D4F-8EA3-47B905B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6B6258"/>
                </a:solidFill>
                <a:latin typeface="Microsoft JhengHei"/>
                <a:ea typeface="Microsoft JhengHei"/>
                <a:cs typeface="Microsoft JhengHei"/>
              </a:rPr>
              <a:t>部署、邀請碼、CSV 匯出、更多朋友權限設定</a:t>
            </a:r>
          </a:p>
        </p:txBody>
      </p:sp>
    </p:spTree>
    <p:extLst>
      <p:ext uri="{BB962C8B-B14F-4D97-AF65-F5344CB8AC3E}">
        <p14:creationId xmlns:p14="http://schemas.microsoft.com/office/powerpoint/2010/main" val="521638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2026-06-03T10:36:13.1540000Z</dcterms:created>
  <dcterms:modified xsi:type="dcterms:W3CDTF">2026-06-03T10:36:13.1540000Z</dcterms:modified>
</coreProperties>
</file>